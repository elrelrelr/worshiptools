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LOBAL_BG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5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05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Levántate Y Salváme</a:t>
            </a:r>
            <a:endParaRPr lang="en-US" sz="6050" dirty="0"/>
          </a:p>
          <a:p>
            <a:pPr algn="ctr" indent="0" marL="0">
              <a:buNone/>
            </a:pPr>
            <a:r>
              <a:rPr lang="en-US" sz="605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(Marcos Witt)</a:t>
            </a:r>
            <a:endParaRPr lang="en-US" sz="6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Aunque un ejército ataque contra mí,</a:t>
            </a:r>
            <a:endParaRPr lang="en-US" sz="5500" dirty="0"/>
          </a:p>
          <a:p>
            <a:pPr algn="ctr" indent="0" marL="0">
              <a:buNone/>
            </a:pPr>
            <a:r>
              <a:rPr lang="en-US" sz="5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temeré.</a:t>
            </a:r>
            <a:endParaRPr lang="en-US" sz="5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Aunque haya guerra hoy alrededor de mí,</a:t>
            </a:r>
            <a:endParaRPr lang="en-US" sz="5500" dirty="0"/>
          </a:p>
          <a:p>
            <a:pPr algn="ctr" indent="0" marL="0">
              <a:buNone/>
            </a:pPr>
            <a:r>
              <a:rPr lang="en-US" sz="5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Tí confiaré.</a:t>
            </a:r>
            <a:endParaRPr lang="en-US" sz="5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temeré a diez mil gentes</a:t>
            </a:r>
            <a:endParaRPr lang="en-US" sz="5500" dirty="0"/>
          </a:p>
          <a:p>
            <a:pPr algn="ctr" indent="0" marL="0">
              <a:buNone/>
            </a:pPr>
            <a:r>
              <a:rPr lang="en-US" sz="5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hagan sitio contra mi</a:t>
            </a:r>
            <a:endParaRPr lang="en-US" sz="5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Aunque la Tierra se estremezca</a:t>
            </a:r>
            <a:endParaRPr lang="en-US" sz="5500" dirty="0"/>
          </a:p>
          <a:p>
            <a:pPr algn="ctr" indent="0" marL="0">
              <a:buNone/>
            </a:pPr>
            <a:r>
              <a:rPr lang="en-US" sz="5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 Salvación está en Tí</a:t>
            </a:r>
            <a:endParaRPr lang="en-US" sz="5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Porque Tú eres mi escudo, Tú mi fortaleza</a:t>
            </a:r>
            <a:endParaRPr lang="en-US" sz="5500" dirty="0"/>
          </a:p>
          <a:p>
            <a:pPr algn="ctr" indent="0" marL="0">
              <a:buNone/>
            </a:pPr>
            <a:r>
              <a:rPr lang="en-US" sz="5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Tú eres mi gloria y quien levanta mi cabeza.</a:t>
            </a:r>
            <a:endParaRPr lang="en-US" sz="5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Porque Tú eres mi escudo, Tú mi fortaleza</a:t>
            </a:r>
            <a:endParaRPr lang="en-US" sz="5500" dirty="0"/>
          </a:p>
          <a:p>
            <a:pPr algn="ctr" indent="0" marL="0">
              <a:buNone/>
            </a:pPr>
            <a:r>
              <a:rPr lang="en-US" sz="5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Tú eres mi gloria y quien levanta mi cabeza.</a:t>
            </a:r>
            <a:endParaRPr lang="en-US" sz="5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Aunque afligido esté, Tú pensarás en mi</a:t>
            </a:r>
            <a:endParaRPr lang="en-US" sz="5500" dirty="0"/>
          </a:p>
          <a:p>
            <a:pPr algn="ctr" indent="0" marL="0">
              <a:buNone/>
            </a:pPr>
            <a:r>
              <a:rPr lang="en-US" sz="5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temeré</a:t>
            </a:r>
            <a:endParaRPr lang="en-US" sz="5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Aunque mi corazón estremecido esté</a:t>
            </a:r>
            <a:endParaRPr lang="en-US" sz="5500" dirty="0"/>
          </a:p>
          <a:p>
            <a:pPr algn="ctr" indent="0" marL="0">
              <a:buNone/>
            </a:pPr>
            <a:r>
              <a:rPr lang="en-US" sz="5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Tí confiaré</a:t>
            </a:r>
            <a:endParaRPr lang="en-US" sz="5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temeré a ningún hombre</a:t>
            </a:r>
            <a:endParaRPr lang="en-US" sz="5500" dirty="0"/>
          </a:p>
          <a:p>
            <a:pPr algn="ctr" indent="0" marL="0">
              <a:buNone/>
            </a:pPr>
            <a:r>
              <a:rPr lang="en-US" sz="5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se junte contra mi</a:t>
            </a:r>
            <a:endParaRPr lang="en-US" sz="5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eres mi Dios, mi fortaleza</a:t>
            </a:r>
            <a:endParaRPr lang="en-US" sz="5500" dirty="0"/>
          </a:p>
          <a:p>
            <a:pPr algn="ctr" indent="0" marL="0">
              <a:buNone/>
            </a:pPr>
            <a:r>
              <a:rPr lang="en-US" sz="5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 Salvacion esta en Tí</a:t>
            </a:r>
            <a:endParaRPr lang="en-US" sz="5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Porque Tú eres mi escudo, Tú mi fortaleza</a:t>
            </a:r>
            <a:endParaRPr lang="en-US" sz="5500" dirty="0"/>
          </a:p>
          <a:p>
            <a:pPr algn="ctr" indent="0" marL="0">
              <a:buNone/>
            </a:pPr>
            <a:r>
              <a:rPr lang="en-US" sz="5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Tú eres mi gloria y quien levanta mi cabeza.</a:t>
            </a:r>
            <a:endParaRPr lang="en-US" sz="5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Porque Tú eres mi escudo, Tú mi fortaleza</a:t>
            </a:r>
            <a:endParaRPr lang="en-US" sz="5500" dirty="0"/>
          </a:p>
          <a:p>
            <a:pPr algn="ctr" indent="0" marL="0">
              <a:buNone/>
            </a:pPr>
            <a:r>
              <a:rPr lang="en-US" sz="5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Tú eres mi gloria y quien levanta mi cabeza</a:t>
            </a:r>
            <a:endParaRPr lang="en-US" sz="5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//Levántate y sálvame, levántate y sálvame//</a:t>
            </a:r>
            <a:endParaRPr lang="en-US" sz="5500" dirty="0"/>
          </a:p>
          <a:p>
            <a:pPr algn="ctr" indent="0" marL="0">
              <a:buNone/>
            </a:pPr>
            <a:r>
              <a:rPr lang="en-US" sz="5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Porque Tú eres mi escudo, Tú mi fortaleza</a:t>
            </a:r>
            <a:endParaRPr lang="en-US" sz="5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Tú eres mi gloria y quien levanta mi cabeza.</a:t>
            </a:r>
            <a:endParaRPr lang="en-US" sz="5500" dirty="0"/>
          </a:p>
          <a:p>
            <a:pPr algn="ctr" indent="0" marL="0">
              <a:buNone/>
            </a:pPr>
            <a:r>
              <a:rPr lang="en-US" sz="5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Porque Tú eres mi escudo, Tú mi fortaleza</a:t>
            </a:r>
            <a:endParaRPr lang="en-US" sz="5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Tú eres mi gloria y quien levanta mi cabeza</a:t>
            </a:r>
            <a:endParaRPr lang="en-US" sz="5500" dirty="0"/>
          </a:p>
          <a:p>
            <a:pPr algn="ctr" indent="0" marL="0">
              <a:buNone/>
            </a:pPr>
            <a:r>
              <a:rPr lang="en-US" sz="5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/////Levántate y sálvame, levántate y sálvame/////</a:t>
            </a:r>
            <a:endParaRPr lang="en-US" sz="5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Porque Tú eres mi escudo, Tú mi fortaleza</a:t>
            </a:r>
            <a:endParaRPr lang="en-US" sz="5500" dirty="0"/>
          </a:p>
          <a:p>
            <a:pPr algn="ctr" indent="0" marL="0">
              <a:buNone/>
            </a:pPr>
            <a:r>
              <a:rPr lang="en-US" sz="5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Tú eres mi gloria y quien levanta mi cabeza.</a:t>
            </a:r>
            <a:endParaRPr lang="en-US" sz="5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Porque Tú eres mi escudo, Tú mi fortaleza</a:t>
            </a:r>
            <a:endParaRPr lang="en-US" sz="5500" dirty="0"/>
          </a:p>
          <a:p>
            <a:pPr algn="ctr" indent="0" marL="0">
              <a:buNone/>
            </a:pPr>
            <a:r>
              <a:rPr lang="en-US" sz="5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Tú eres mi gloria y quien levanta mi cabeza.</a:t>
            </a:r>
            <a:endParaRPr lang="en-US" sz="5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Porque Tú eres mi escudo, Tú mi fortaleza</a:t>
            </a:r>
            <a:endParaRPr lang="en-US" sz="5500" dirty="0"/>
          </a:p>
          <a:p>
            <a:pPr algn="ctr" indent="0" marL="0">
              <a:buNone/>
            </a:pPr>
            <a:r>
              <a:rPr lang="en-US" sz="5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Tú eres mi gloria y quien levanta mi cabeza.</a:t>
            </a:r>
            <a:endParaRPr lang="en-US" sz="5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/////Levántate y sálvame, levántate y sálvame/////</a:t>
            </a:r>
            <a:endParaRPr lang="en-US" sz="5500" dirty="0"/>
          </a:p>
          <a:p>
            <a:pPr algn="ctr" indent="0" marL="0">
              <a:buNone/>
            </a:pPr>
            <a:r>
              <a:rPr lang="en-US" sz="5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Porque Tú eres mi escudo, Tú mi fortaleza</a:t>
            </a:r>
            <a:endParaRPr lang="en-US" sz="5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Tú eres mi gloria y quien levanta mi cabeza.</a:t>
            </a:r>
            <a:endParaRPr lang="en-US" sz="5500" dirty="0"/>
          </a:p>
          <a:p>
            <a:pPr algn="ctr" indent="0" marL="0">
              <a:buNone/>
            </a:pPr>
            <a:r>
              <a:rPr lang="en-US" sz="5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Porque Tú eres mi escudo, Tú mi fortaleza</a:t>
            </a:r>
            <a:endParaRPr lang="en-US" sz="5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Tú eres mi gloria y quien levanta mi cabeza.</a:t>
            </a:r>
            <a:endParaRPr lang="en-US" sz="5500" dirty="0"/>
          </a:p>
          <a:p>
            <a:pPr algn="ctr" indent="0" marL="0">
              <a:buNone/>
            </a:pPr>
            <a:r>
              <a:rPr lang="en-US" sz="5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Levántate y sálvame, levántate y sálvame...</a:t>
            </a:r>
            <a:endParaRPr lang="en-US" sz="5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2026-07-21T22:01:03Z</dcterms:created>
  <dcterms:modified xsi:type="dcterms:W3CDTF">2026-07-21T22:01:03Z</dcterms:modified>
</cp:coreProperties>
</file>